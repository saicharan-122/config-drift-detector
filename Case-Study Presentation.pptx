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1" r:id="rId10"/>
    <p:sldId id="263" r:id="rId11"/>
    <p:sldId id="264" r:id="rId12"/>
    <p:sldId id="265" r:id="rId13"/>
    <p:sldId id="266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ig-drift-detector.onrender.com/" TargetMode="External"/><Relationship Id="rId2" Type="http://schemas.openxmlformats.org/officeDocument/2006/relationships/hyperlink" Target="https://github.com/saicharan-122/Config-Drift-Detecto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413"/>
            <a:ext cx="7772400" cy="1470025"/>
          </a:xfrm>
        </p:spPr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smtClean="0"/>
              <a:t>Configuration </a:t>
            </a:r>
            <a:r>
              <a:t>Drift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9115"/>
            <a:ext cx="6400800" cy="1752600"/>
          </a:xfrm>
        </p:spPr>
        <p:txBody>
          <a:bodyPr>
            <a:normAutofit fontScale="85000" lnSpcReduction="10000"/>
          </a:bodyPr>
          <a:lstStyle/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Team 04 | UC ID: IM-04 | Infra Maintenance Category</a:t>
            </a:r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Infinite Computer Solutions Placement </a:t>
            </a:r>
            <a:r>
              <a:rPr/>
              <a:t>Drive </a:t>
            </a:r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GitHub: </a:t>
            </a:r>
            <a:r>
              <a:rPr>
                <a:hlinkClick r:id="rId2"/>
              </a:rPr>
              <a:t>https://</a:t>
            </a:r>
            <a:r>
              <a:rPr smtClean="0">
                <a:hlinkClick r:id="rId2"/>
              </a:rPr>
              <a:t>github.com/saicharan-122/Config-Drift-Detector</a:t>
            </a:r>
            <a:endParaRPr lang="en-US" dirty="0" smtClean="0"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Live: </a:t>
            </a:r>
            <a:r>
              <a:rPr>
                <a:hlinkClick r:id="rId3"/>
              </a:rPr>
              <a:t>https://</a:t>
            </a:r>
            <a:r>
              <a:rPr smtClean="0">
                <a:hlinkClick r:id="rId3"/>
              </a:rPr>
              <a:t>config-drift-detector.onrender.com</a:t>
            </a:r>
            <a:endParaRPr lang="en-US" dirty="0" smtClean="0"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Meet the Developer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 / SPECIALIZATION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Pappala Devi Sai Charan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23U41A0542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Pentakota Tanuja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23U41A0545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Bevara Lize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23U41A4405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CSD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Peela Divya Santhoshi Lakshmi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24U45A0423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1245140"/>
            <a:ext cx="8229600" cy="4525963"/>
          </a:xfrm>
        </p:spPr>
        <p:txBody>
          <a:bodyPr wrap="square">
            <a:normAutofit lnSpcReduction="10000"/>
          </a:bodyPr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In modern IT infrastructure, maintaining consistent system configurations is critical.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Configuration drift occurs when the actual system configuration deviates from the intended or baseline configuration.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This project introduces an AI-Powered Configuration Drift Detector.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automatically identifies differences between intended and actual system configurations.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Provides deep insights, generates detailed reports, and calculates risk scores to help maintain infrastructure integrity.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4051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Manual configuration management is error-prone and time-consuming.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Undetected configuration drifts can lead to security vulnerabilities, compliance issues, and system outages.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rPr smtClean="0"/>
              <a:t>There </a:t>
            </a:r>
            <a:r>
              <a:t>is a need for an automated solution that not only detects changes but also assesses their impact and provides actionable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An intelligent web-based platform comparing 'intended' and 'actual' configurations.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Utilizes backend file processing to accurately pinpoint file-level and content-level discrepancies.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Integrates with Google Gemini API to analyze detected drifts and explain potential impact.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rPr smtClean="0"/>
              <a:t>Automatically </a:t>
            </a:r>
            <a:r>
              <a:t>calculates a Risk Score to prioritize remediation efforts.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686"/>
            <a:ext cx="8229600" cy="4525963"/>
          </a:xfrm>
        </p:spPr>
        <p:txBody>
          <a:bodyPr wrap="square">
            <a:normAutofit fontScale="92500"/>
          </a:bodyPr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Configuration Drift Detection: Accurate file and content comparison.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Risk Assessment: Automated calculation of risk scores based on drift severity.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Dashboard Analytics: Visual representation of infrastructure health.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Exportable Reports: Generate comprehensive reports in PDF and Markdown formats.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History Tracking: Maintain a log of past scans and configuration states.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AI Integration: Advanced analysis powered by Google Gemini API.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How It Works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5140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1: Upload Configurations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User uploads 'Intended' and 'Actual' directories via the web portal.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2: File Comparison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Backend scans both directories and flags missing, extra, or modified files.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3: AI Analysis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Gemini API evaluates differences to assess the severity of drifts.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4: Dashboard &amp; Reporting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Results are displayed on a dynamic dashboard and exported as PDF/Markdown.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lang="en-US" dirty="0" smtClean="0"/>
              <a:t>Process Representation</a:t>
            </a:r>
            <a:endParaRPr/>
          </a:p>
        </p:txBody>
      </p:sp>
      <p:pic>
        <p:nvPicPr>
          <p:cNvPr id="5" name="Content Placeholder 4" descr="Merged_Dashboard_Step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485" y="1555885"/>
            <a:ext cx="8053315" cy="4525963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lang="en-US" sz="3200" b="1" dirty="0" smtClean="0"/>
              <a:t>System Architecture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5140"/>
            <a:ext cx="8229600" cy="4525963"/>
          </a:xfrm>
        </p:spPr>
        <p:txBody>
          <a:bodyPr wrap="square">
            <a:normAutofit/>
          </a:bodyPr>
          <a:lstStyle/>
          <a:p>
            <a:r>
              <a:rPr lang="en-US" dirty="0" smtClean="0"/>
              <a:t>User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Drift Detection Engine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Gemini AI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Risk Score + Reports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tGPT Image Jun 16, 2026, 10_54_4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5" y="1089497"/>
            <a:ext cx="7723762" cy="51491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AI Integration (Google Gemini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4596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system leverages the Google Gemini API to add an intelligent layer to traditional drift detection.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analyzes the context of the configuration changes, rather than doing a naive diff.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Gemini generates human-readable explanations of what the drift means for system security and stability.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rPr smtClean="0"/>
              <a:t>This </a:t>
            </a:r>
            <a:r>
              <a:t>reduces the cognitive load on system administrators and speeds up incident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Risk Scoring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5957"/>
            <a:ext cx="8229600" cy="4525963"/>
          </a:xfrm>
        </p:spPr>
        <p:txBody>
          <a:bodyPr wrap="square">
            <a:normAutofit lnSpcReduction="10000"/>
          </a:bodyPr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Base Calculation: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Each drift is assigned a base severity (Low, Medium, High, Critical) by the AI.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Impact Assessment: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The system analyzes whether the change impacts security, performance, or availability.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Final Risk Score: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A numerical score (0-100) is generated. Scores &gt; 80 trigger high-priority alerts.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Prioritization: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Enables teams to tackle critical misconfigurations before minor cosmetic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779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Frontend: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HTML: For structural markup.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CSS: For responsive and modern styling.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JavaScript: For dynamic interactions and API integration.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Backend: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Python: Core logic and file processing.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FastAPI: High-performance framework for building the REST API.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AI / ML: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Google Gemini API: For intelligent drift analysis and natural language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5957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application is organized into distinct directories for clarity and separation of concerns: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/intended: Stores the baseline, approved configuration files.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/actual: Stores the current, live configuration files.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/backend: Contains the FastAPI application, routing, and logic.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/frontend: Contains the UI assets (HTML, CSS, JS).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This modular structure ensures easy maintenance and scalability.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Value Proposition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Operational Efficiency: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Reduces manual review time by automating file-by-file comparisons.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Enhanced Security: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Detects unauthorized configuration changes before they lead to breaches.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Cost Reduction: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Minimizes system downtime through faster incident resolution.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Compliance Readiness: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Maintains detailed audit logs and reports for regulatory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Real-time monitoring agents to detect drifts instantly without manual uploads.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Integration with popular CI/CD pipelines (e.g., GitHub Actions, Jenkins).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Auto-remediation capabilities to automatically revert unauthorized changes.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Support for cloud provider configurations (AWS, Azure, GCP) via APIs.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Advanced access control and role-based permissions for enterprise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smtClean="0"/>
              <a:t>Conclusion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323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AI-Powered Configuration Drift Detector provides a modern, intelligent approach to infrastructure maintenance.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By combining traditional file comparison with Google Gemini's AI capabilities, it offers unparalleled context and risk assessment.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significantly reduces downtime and enhances the security posture of IT environments.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Thank You!</a:t>
            </a:r>
          </a:p>
          <a:p>
            <a:pPr>
              <a:buNone/>
              <a:defRPr sz="2200">
                <a:solidFill>
                  <a:srgbClr val="DCDCE6"/>
                </a:solidFill>
                <a:latin typeface="Segoe UI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841</Words>
  <Application>Microsoft Macintosh PowerPoint</Application>
  <PresentationFormat>On-screen Show (4:3)</PresentationFormat>
  <Paragraphs>127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Configuration Drift Detector</vt:lpstr>
      <vt:lpstr>Meet the Developer Team</vt:lpstr>
      <vt:lpstr>Introduction &amp; Overview</vt:lpstr>
      <vt:lpstr>Problem Statement</vt:lpstr>
      <vt:lpstr>Proposed Solution</vt:lpstr>
      <vt:lpstr>Key Features</vt:lpstr>
      <vt:lpstr>How It Works (Workflow)</vt:lpstr>
      <vt:lpstr>Process Representation</vt:lpstr>
      <vt:lpstr>System Architecture</vt:lpstr>
      <vt:lpstr>AI Integration (Google Gemini API)</vt:lpstr>
      <vt:lpstr>Risk Scoring Methodology</vt:lpstr>
      <vt:lpstr>Technology Stack</vt:lpstr>
      <vt:lpstr>Project Structure</vt:lpstr>
      <vt:lpstr>Value Proposition &amp; Benefits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Configuration Drift Detector</dc:title>
  <dc:subject/>
  <dc:creator/>
  <cp:keywords/>
  <dc:description>generated using python-pptx</dc:description>
  <cp:lastModifiedBy>Charan</cp:lastModifiedBy>
  <cp:revision>9</cp:revision>
  <dcterms:created xsi:type="dcterms:W3CDTF">2013-01-27T09:14:16Z</dcterms:created>
  <dcterms:modified xsi:type="dcterms:W3CDTF">2026-06-16T18:27:13Z</dcterms:modified>
  <cp:category/>
</cp:coreProperties>
</file>